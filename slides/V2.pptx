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1780-6EAE-97C7-CA87-3736824BC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4B401-FD94-5E5D-0AC2-8B26F32CD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92AF9-133B-DD3C-5928-C859111E3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FF89A-7BD1-0757-C2B7-111A5B7A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44728-A0B2-9000-89F5-1E1D34F0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2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F1BC-8112-AD2A-7FE5-A98ED5FC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3D64-2F11-452F-0D7A-BD7931A9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46744-1A53-1147-D463-CFFD241A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82F4F-AB43-3EA8-5FA0-4F94504B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AD006-BC92-CC55-18AD-86F065C8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B70D-C81F-7BB1-22DB-0325AE0E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B5914-9BE7-FB5A-C0A4-3467D474A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5655E-2A1C-27B1-D8DF-5BD3FA206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41665-481C-5C15-A814-44D32340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041D5-E52A-03A3-6667-9EFF7764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2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DD10-55D4-A0BB-FEDA-22AFCD23A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78AAB-B82F-2A0F-FD07-C4D97B091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0C03F-20A9-73F3-023B-94A346F2D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844BD-2792-7ECA-E633-A566A93C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E9213-0C4A-A5EE-63FB-0F9E60C2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45E87-140F-4896-7697-D445C1A7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79B33-C114-FC3F-8D23-D7FFA949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4A221-AD73-FDF2-CA24-2B293BF58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CE34D-99AE-F938-90AB-3935C806C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96722-C943-82C3-AA75-A1FCFB2EC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BBA8B-7C5C-57FC-9632-76682426B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F5C60-CF6A-CD66-7283-C8279CA5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F1F0FE-1037-BAEE-D2A8-2534DAA07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C5149-3684-962F-13BD-8C06D991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2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4384-F61F-04D2-4BB3-E4B265A75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90898-5FA7-F526-2FAB-6F97DB81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26BF7-40B9-61E8-14E5-2D93671C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B1355-64D5-95E7-8242-DDDCDDB9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0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3B922-1CE2-BEB6-29EE-809F5E69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0BF37-5802-24F4-4265-597F825E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1801C-7D61-EC8A-75AB-7F77200E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0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E149-7EF9-6E6B-B169-553DACCA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B42C7-FE60-112B-8101-6DE4AC828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4EBBB-D5E1-F0CB-4EA4-6E36EEBFE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52F9-D5B8-8633-8ECF-6B5737C0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A2F25-8B0B-2A53-EFA9-AE2A7AA1A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92D5B-AB8E-0995-75C3-375C7A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1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81D53-7633-934E-C203-D3503B97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F5DAD-DBD5-0166-00E3-C63FF8B60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E85BE-88E9-CD26-D362-9B0D421A4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1931A-242C-8ACF-B830-C108EBF9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F0E97-6B91-C3DE-67E1-FD721A88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916E5-451D-6596-650A-76E65F3B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2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C8AE-C759-8A00-DFFE-9A2D8DA1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7C5A8-B2F7-7A34-4DCB-3E29E9235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93548-1E3A-7481-74E5-95389B38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F3DEA-E3FC-9B7F-04F5-DCF4BAD8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5D574-EB40-191E-41B2-341113DB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01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7D1BB6-E4DC-C953-E0B1-CA76B55A8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1EB31-7AF9-F375-D14C-5157A01FC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7CE37-7888-4992-7A7A-059A2A4F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94E44-C71A-9EC1-8164-8473895E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807D9-C9D2-0742-832B-E7D289D7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D4962-AED2-4E58-5D76-835215E6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158A6-BEDA-3367-583C-3519064B0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117FC-3BD2-9B53-5BFB-E06EE1FFA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80201-9D8B-F340-A291-5A3437FC93CC}" type="datetimeFigureOut">
              <a:rPr lang="en-US" smtClean="0"/>
              <a:t>7/25/25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F4393-E555-4EC0-0F4D-898DDB1B6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2094D-CC89-C227-CC4A-67551564B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38941-F660-F54F-B90D-D4ED7DD11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4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computer code&#10;&#10;AI-generated content may be incorrect.">
            <a:extLst>
              <a:ext uri="{FF2B5EF4-FFF2-40B4-BE49-F238E27FC236}">
                <a16:creationId xmlns:a16="http://schemas.microsoft.com/office/drawing/2014/main" id="{3B0146F2-64F6-9FD3-E90D-D542C366D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43" y="0"/>
            <a:ext cx="9563159" cy="6525709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A3E7CD54-B6FE-625E-B90B-3C862E0396F6}"/>
              </a:ext>
            </a:extLst>
          </p:cNvPr>
          <p:cNvSpPr/>
          <p:nvPr/>
        </p:nvSpPr>
        <p:spPr>
          <a:xfrm rot="772864">
            <a:off x="9991801" y="4165029"/>
            <a:ext cx="469556" cy="147045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811E78FC-5A7A-0065-3592-43A14A37F899}"/>
              </a:ext>
            </a:extLst>
          </p:cNvPr>
          <p:cNvSpPr/>
          <p:nvPr/>
        </p:nvSpPr>
        <p:spPr>
          <a:xfrm rot="20938932">
            <a:off x="4297503" y="4139299"/>
            <a:ext cx="469556" cy="200981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A5EBE-5767-629E-F252-05544DB641B6}"/>
              </a:ext>
            </a:extLst>
          </p:cNvPr>
          <p:cNvSpPr txBox="1"/>
          <p:nvPr/>
        </p:nvSpPr>
        <p:spPr>
          <a:xfrm>
            <a:off x="1579417" y="2481943"/>
            <a:ext cx="178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File Viewer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E56E5F-8C29-CA86-D146-57A8025AC037}"/>
              </a:ext>
            </a:extLst>
          </p:cNvPr>
          <p:cNvSpPr txBox="1"/>
          <p:nvPr/>
        </p:nvSpPr>
        <p:spPr>
          <a:xfrm>
            <a:off x="3153753" y="3743620"/>
            <a:ext cx="275705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Thonny Icon on Desktop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EDCAED-6000-22F1-0481-DBA192987665}"/>
              </a:ext>
            </a:extLst>
          </p:cNvPr>
          <p:cNvSpPr txBox="1"/>
          <p:nvPr/>
        </p:nvSpPr>
        <p:spPr>
          <a:xfrm>
            <a:off x="8459628" y="3743620"/>
            <a:ext cx="22907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Port /dev/ttyACM0</a:t>
            </a:r>
          </a:p>
        </p:txBody>
      </p:sp>
    </p:spTree>
    <p:extLst>
      <p:ext uri="{BB962C8B-B14F-4D97-AF65-F5344CB8AC3E}">
        <p14:creationId xmlns:p14="http://schemas.microsoft.com/office/powerpoint/2010/main" val="427909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18569</TotalTime>
  <Words>11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2</cp:revision>
  <dcterms:created xsi:type="dcterms:W3CDTF">2025-07-22T19:23:07Z</dcterms:created>
  <dcterms:modified xsi:type="dcterms:W3CDTF">2025-08-07T12:14:23Z</dcterms:modified>
</cp:coreProperties>
</file>